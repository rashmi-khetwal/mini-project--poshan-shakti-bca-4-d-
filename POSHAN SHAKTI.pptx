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  <p:sldId id="259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452F53-9BF4-46F8-AA7B-11D2708B1C09}" v="31" dt="2026-02-12T09:18:39.7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shmi Khetwal" userId="3d2d78f20477be53" providerId="LiveId" clId="{EFBB5C44-A678-4C08-9514-2E82F57CF83A}"/>
    <pc:docChg chg="custSel addSld modSld">
      <pc:chgData name="Rashmi Khetwal" userId="3d2d78f20477be53" providerId="LiveId" clId="{EFBB5C44-A678-4C08-9514-2E82F57CF83A}" dt="2026-02-12T09:18:39.765" v="94" actId="1076"/>
      <pc:docMkLst>
        <pc:docMk/>
      </pc:docMkLst>
      <pc:sldChg chg="addSp delSp modSp mod">
        <pc:chgData name="Rashmi Khetwal" userId="3d2d78f20477be53" providerId="LiveId" clId="{EFBB5C44-A678-4C08-9514-2E82F57CF83A}" dt="2026-02-12T09:18:14.562" v="87" actId="21"/>
        <pc:sldMkLst>
          <pc:docMk/>
          <pc:sldMk cId="2544366379" sldId="256"/>
        </pc:sldMkLst>
        <pc:picChg chg="add mod">
          <ac:chgData name="Rashmi Khetwal" userId="3d2d78f20477be53" providerId="LiveId" clId="{EFBB5C44-A678-4C08-9514-2E82F57CF83A}" dt="2026-02-12T09:18:07.477" v="85" actId="1076"/>
          <ac:picMkLst>
            <pc:docMk/>
            <pc:sldMk cId="2544366379" sldId="256"/>
            <ac:picMk id="5" creationId="{F611A03D-1434-A9DE-79BC-5293F6C966A9}"/>
          </ac:picMkLst>
        </pc:picChg>
        <pc:picChg chg="del mod">
          <ac:chgData name="Rashmi Khetwal" userId="3d2d78f20477be53" providerId="LiveId" clId="{EFBB5C44-A678-4C08-9514-2E82F57CF83A}" dt="2026-02-12T09:18:14.562" v="87" actId="21"/>
          <ac:picMkLst>
            <pc:docMk/>
            <pc:sldMk cId="2544366379" sldId="256"/>
            <ac:picMk id="3076" creationId="{8718B91B-51AD-27E9-B454-C3558209D65C}"/>
          </ac:picMkLst>
        </pc:picChg>
      </pc:sldChg>
      <pc:sldChg chg="addSp modSp mod">
        <pc:chgData name="Rashmi Khetwal" userId="3d2d78f20477be53" providerId="LiveId" clId="{EFBB5C44-A678-4C08-9514-2E82F57CF83A}" dt="2026-02-12T09:18:39.765" v="94" actId="1076"/>
        <pc:sldMkLst>
          <pc:docMk/>
          <pc:sldMk cId="4124624104" sldId="257"/>
        </pc:sldMkLst>
        <pc:spChg chg="mod">
          <ac:chgData name="Rashmi Khetwal" userId="3d2d78f20477be53" providerId="LiveId" clId="{EFBB5C44-A678-4C08-9514-2E82F57CF83A}" dt="2026-02-12T09:16:27.244" v="72" actId="1076"/>
          <ac:spMkLst>
            <pc:docMk/>
            <pc:sldMk cId="4124624104" sldId="257"/>
            <ac:spMk id="2" creationId="{078E53A6-CFDA-B2A5-C25C-CB9E2F35F136}"/>
          </ac:spMkLst>
        </pc:spChg>
        <pc:spChg chg="mod">
          <ac:chgData name="Rashmi Khetwal" userId="3d2d78f20477be53" providerId="LiveId" clId="{EFBB5C44-A678-4C08-9514-2E82F57CF83A}" dt="2026-02-12T09:18:39.765" v="94" actId="1076"/>
          <ac:spMkLst>
            <pc:docMk/>
            <pc:sldMk cId="4124624104" sldId="257"/>
            <ac:spMk id="4" creationId="{65455469-FECC-2F57-BA9E-1EF1F1B7D73F}"/>
          </ac:spMkLst>
        </pc:spChg>
        <pc:picChg chg="mod">
          <ac:chgData name="Rashmi Khetwal" userId="3d2d78f20477be53" providerId="LiveId" clId="{EFBB5C44-A678-4C08-9514-2E82F57CF83A}" dt="2026-02-12T09:18:34.044" v="93" actId="1076"/>
          <ac:picMkLst>
            <pc:docMk/>
            <pc:sldMk cId="4124624104" sldId="257"/>
            <ac:picMk id="1027" creationId="{CF95880D-4AC0-CBB2-4CED-9290BC6BDC6F}"/>
          </ac:picMkLst>
        </pc:picChg>
        <pc:picChg chg="add mod">
          <ac:chgData name="Rashmi Khetwal" userId="3d2d78f20477be53" providerId="LiveId" clId="{EFBB5C44-A678-4C08-9514-2E82F57CF83A}" dt="2026-02-12T09:18:30.573" v="92" actId="14100"/>
          <ac:picMkLst>
            <pc:docMk/>
            <pc:sldMk cId="4124624104" sldId="257"/>
            <ac:picMk id="3076" creationId="{8718B91B-51AD-27E9-B454-C3558209D65C}"/>
          </ac:picMkLst>
        </pc:picChg>
      </pc:sldChg>
      <pc:sldChg chg="addSp modSp mod">
        <pc:chgData name="Rashmi Khetwal" userId="3d2d78f20477be53" providerId="LiveId" clId="{EFBB5C44-A678-4C08-9514-2E82F57CF83A}" dt="2026-02-12T09:09:55.941" v="18" actId="1076"/>
        <pc:sldMkLst>
          <pc:docMk/>
          <pc:sldMk cId="2875039790" sldId="260"/>
        </pc:sldMkLst>
        <pc:spChg chg="mod">
          <ac:chgData name="Rashmi Khetwal" userId="3d2d78f20477be53" providerId="LiveId" clId="{EFBB5C44-A678-4C08-9514-2E82F57CF83A}" dt="2026-02-12T09:08:23.464" v="11" actId="20577"/>
          <ac:spMkLst>
            <pc:docMk/>
            <pc:sldMk cId="2875039790" sldId="260"/>
            <ac:spMk id="2" creationId="{A7A3352F-57A8-01C4-FC55-F52A71B51ED8}"/>
          </ac:spMkLst>
        </pc:spChg>
        <pc:picChg chg="add mod">
          <ac:chgData name="Rashmi Khetwal" userId="3d2d78f20477be53" providerId="LiveId" clId="{EFBB5C44-A678-4C08-9514-2E82F57CF83A}" dt="2026-02-12T09:09:55.941" v="18" actId="1076"/>
          <ac:picMkLst>
            <pc:docMk/>
            <pc:sldMk cId="2875039790" sldId="260"/>
            <ac:picMk id="1026" creationId="{375BFA3A-FA2B-2B52-8D24-E03F61A02E94}"/>
          </ac:picMkLst>
        </pc:picChg>
        <pc:picChg chg="add mod">
          <ac:chgData name="Rashmi Khetwal" userId="3d2d78f20477be53" providerId="LiveId" clId="{EFBB5C44-A678-4C08-9514-2E82F57CF83A}" dt="2026-02-12T09:09:54.354" v="17" actId="1076"/>
          <ac:picMkLst>
            <pc:docMk/>
            <pc:sldMk cId="2875039790" sldId="260"/>
            <ac:picMk id="1028" creationId="{FBD77C11-C6A3-038D-12A7-80DB2B2A6BA9}"/>
          </ac:picMkLst>
        </pc:picChg>
      </pc:sldChg>
      <pc:sldChg chg="addSp delSp modSp new mod">
        <pc:chgData name="Rashmi Khetwal" userId="3d2d78f20477be53" providerId="LiveId" clId="{EFBB5C44-A678-4C08-9514-2E82F57CF83A}" dt="2026-02-12T09:16:42.343" v="75" actId="1076"/>
        <pc:sldMkLst>
          <pc:docMk/>
          <pc:sldMk cId="2241472652" sldId="261"/>
        </pc:sldMkLst>
        <pc:spChg chg="mod">
          <ac:chgData name="Rashmi Khetwal" userId="3d2d78f20477be53" providerId="LiveId" clId="{EFBB5C44-A678-4C08-9514-2E82F57CF83A}" dt="2026-02-12T09:16:42.343" v="75" actId="1076"/>
          <ac:spMkLst>
            <pc:docMk/>
            <pc:sldMk cId="2241472652" sldId="261"/>
            <ac:spMk id="2" creationId="{4693FC01-CCCB-5E7D-ED77-C3335EF449FD}"/>
          </ac:spMkLst>
        </pc:spChg>
        <pc:spChg chg="del mod">
          <ac:chgData name="Rashmi Khetwal" userId="3d2d78f20477be53" providerId="LiveId" clId="{EFBB5C44-A678-4C08-9514-2E82F57CF83A}" dt="2026-02-12T09:14:09.190" v="58"/>
          <ac:spMkLst>
            <pc:docMk/>
            <pc:sldMk cId="2241472652" sldId="261"/>
            <ac:spMk id="3" creationId="{8114EF92-D46E-329A-E215-FA4DF8BE4BBC}"/>
          </ac:spMkLst>
        </pc:spChg>
        <pc:spChg chg="add del mod">
          <ac:chgData name="Rashmi Khetwal" userId="3d2d78f20477be53" providerId="LiveId" clId="{EFBB5C44-A678-4C08-9514-2E82F57CF83A}" dt="2026-02-12T09:14:47.042" v="59" actId="22"/>
          <ac:spMkLst>
            <pc:docMk/>
            <pc:sldMk cId="2241472652" sldId="261"/>
            <ac:spMk id="4" creationId="{C7FA0C2D-D140-D2F2-B70A-725C440D0757}"/>
          </ac:spMkLst>
        </pc:spChg>
        <pc:picChg chg="add mod ord">
          <ac:chgData name="Rashmi Khetwal" userId="3d2d78f20477be53" providerId="LiveId" clId="{EFBB5C44-A678-4C08-9514-2E82F57CF83A}" dt="2026-02-12T09:15:34.074" v="71" actId="14100"/>
          <ac:picMkLst>
            <pc:docMk/>
            <pc:sldMk cId="2241472652" sldId="261"/>
            <ac:picMk id="6" creationId="{092E7DD6-091C-5FFF-1AEB-81318A2F7B5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161F4-E715-59B6-03AF-4DC90C8B04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POSHAN SHAKTI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8C2453-0C3E-D0D1-9CEF-8B1808A760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 web-based nutrition tracking and donation management system</a:t>
            </a:r>
          </a:p>
        </p:txBody>
      </p:sp>
      <p:pic>
        <p:nvPicPr>
          <p:cNvPr id="3074" name="Picture 2" descr="Food and grocery donation concept ...">
            <a:extLst>
              <a:ext uri="{FF2B5EF4-FFF2-40B4-BE49-F238E27FC236}">
                <a16:creationId xmlns:a16="http://schemas.microsoft.com/office/drawing/2014/main" id="{D87B66ED-6B0A-47EE-AB27-C0088E5ACA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2370" y="112254"/>
            <a:ext cx="2340543" cy="211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611A03D-1434-A9DE-79BC-5293F6C96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19" y="4352544"/>
            <a:ext cx="2619375" cy="2398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366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E53A6-CFDA-B2A5-C25C-CB9E2F35F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328" y="557842"/>
            <a:ext cx="9374268" cy="1262016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5455469-FECC-2F57-BA9E-1EF1F1B7D7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7328" y="2687454"/>
            <a:ext cx="9328261" cy="294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Malnutrition is a major issue among underprivileged children.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Mid-Day Meal scheme aims to provide nutritious food to improve children’s health and school attendance.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NGOs and schools face challenges in tracking meal nutrition and managing.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lack of transparency in donation distribution and utilization.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Poshan Shakti is a web-based platform designed to digitally monitor meal nutrition.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allows NGOs to enter meal details and automatically calculate nutritional values such as calories and protein.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7" name="Picture 3" descr="Mid-day Meals and Their Role in the ...">
            <a:extLst>
              <a:ext uri="{FF2B5EF4-FFF2-40B4-BE49-F238E27FC236}">
                <a16:creationId xmlns:a16="http://schemas.microsoft.com/office/drawing/2014/main" id="{CF95880D-4AC0-CBB2-4CED-9290BC6BDC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983" y="3564058"/>
            <a:ext cx="2711243" cy="1647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Diet tracking Images - Free Download on ...">
            <a:extLst>
              <a:ext uri="{FF2B5EF4-FFF2-40B4-BE49-F238E27FC236}">
                <a16:creationId xmlns:a16="http://schemas.microsoft.com/office/drawing/2014/main" id="{8718B91B-51AD-27E9-B454-C3558209D6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0864" y="1772632"/>
            <a:ext cx="2087362" cy="1656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4624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D9E59-52CD-CDD9-5CC8-43E5E0774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611" y="523613"/>
            <a:ext cx="7729728" cy="118872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80764-90D3-1F7E-0A78-866AA3D66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611" y="2528776"/>
            <a:ext cx="7729728" cy="3101983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IN" dirty="0"/>
              <a:t>Lack of proper monitoring of nutritional quality in mid-day meals for underprivileged children.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Absence of a centralised digital system for NGO’s to track meal data and food shortages.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Lack of transparency and efficient management in food and monetary donations.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Poor coordination between NGO’s ,donors, and volunteers.</a:t>
            </a:r>
          </a:p>
        </p:txBody>
      </p:sp>
      <p:pic>
        <p:nvPicPr>
          <p:cNvPr id="4102" name="Picture 6" descr="KAUSHIKI TIWARI'S CAMPAIGN TO PROVIDE MID-DAY MEALS TO SCHOOL CHILDREN FOR  A YEAR. by The Akshaya Patra Foundation | Fueladream | Crowdfunding India">
            <a:extLst>
              <a:ext uri="{FF2B5EF4-FFF2-40B4-BE49-F238E27FC236}">
                <a16:creationId xmlns:a16="http://schemas.microsoft.com/office/drawing/2014/main" id="{24F77E39-9227-03C0-2E0F-B23A5E9C66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5387" y="1654924"/>
            <a:ext cx="3029001" cy="2577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8427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0582E-EE64-BD88-CE1E-85DE09927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49" y="1125718"/>
            <a:ext cx="7729728" cy="118872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480F103-892C-CE23-8261-008E3E9D9A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8949" y="2762876"/>
            <a:ext cx="8793073" cy="2267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web-based system for tracking the nutritional quality of Mid-Day Meals.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help NGOs record daily meal details and number of children served.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automatically calculate basic nutritional values such as calories and protein.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nutritional gaps in meal plans.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donation platform for contributing food items or monetary support.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1" name="Picture 3" descr="Mid-Day Meal Programme ...">
            <a:extLst>
              <a:ext uri="{FF2B5EF4-FFF2-40B4-BE49-F238E27FC236}">
                <a16:creationId xmlns:a16="http://schemas.microsoft.com/office/drawing/2014/main" id="{4D71C60B-18AC-591E-B115-D409E96CC6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4090" y="290744"/>
            <a:ext cx="3026883" cy="2858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Mid-Day Meal Programme ...">
            <a:extLst>
              <a:ext uri="{FF2B5EF4-FFF2-40B4-BE49-F238E27FC236}">
                <a16:creationId xmlns:a16="http://schemas.microsoft.com/office/drawing/2014/main" id="{60EE6B1B-B657-B0B4-88D7-0F199E79A7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8699" y="3597850"/>
            <a:ext cx="3102274" cy="2023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229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3352F-57A8-01C4-FC55-F52A71B51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136" y="826670"/>
            <a:ext cx="7729728" cy="118872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 required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FF0D1-DFDD-5E27-C4A6-7FC37B05E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7393" y="2546028"/>
            <a:ext cx="7729728" cy="310198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HTML,CSS,,Bootstrap, JavaScript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and tools: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Tomcat ,VS code, JDK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HTML5 CSS3 JS Icon Set. Web Development ...">
            <a:extLst>
              <a:ext uri="{FF2B5EF4-FFF2-40B4-BE49-F238E27FC236}">
                <a16:creationId xmlns:a16="http://schemas.microsoft.com/office/drawing/2014/main" id="{375BFA3A-FA2B-2B52-8D24-E03F61A02E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8404" y="1553888"/>
            <a:ext cx="3031345" cy="1697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Java SVG and transparent PNG icons ...">
            <a:extLst>
              <a:ext uri="{FF2B5EF4-FFF2-40B4-BE49-F238E27FC236}">
                <a16:creationId xmlns:a16="http://schemas.microsoft.com/office/drawing/2014/main" id="{FBD77C11-C6A3-038D-12A7-80DB2B2A6B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1098" y="3693545"/>
            <a:ext cx="2273509" cy="2273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5039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3FC01-CCCB-5E7D-ED77-C3335EF44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0660" y="211318"/>
            <a:ext cx="7729728" cy="118872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vs proposed system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92E7DD6-091C-5FFF-1AEB-81318A2F7B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124" t="24971" r="1767" b="24064"/>
          <a:stretch>
            <a:fillRect/>
          </a:stretch>
        </p:blipFill>
        <p:spPr bwMode="auto">
          <a:xfrm>
            <a:off x="1265207" y="1880558"/>
            <a:ext cx="9540815" cy="4221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1472652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119</TotalTime>
  <Words>242</Words>
  <Application>Microsoft Office PowerPoint</Application>
  <PresentationFormat>Widescreen</PresentationFormat>
  <Paragraphs>26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Gill Sans MT</vt:lpstr>
      <vt:lpstr>Times New Roman</vt:lpstr>
      <vt:lpstr>Parcel</vt:lpstr>
      <vt:lpstr>POSHAN SHAKTI</vt:lpstr>
      <vt:lpstr>INTRODUCTION</vt:lpstr>
      <vt:lpstr>PROBLEM STATEMENT</vt:lpstr>
      <vt:lpstr>OBJECTIVES</vt:lpstr>
      <vt:lpstr>Tech stack required</vt:lpstr>
      <vt:lpstr>Existing vs proposed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Rashmi Khetwal</dc:creator>
  <cp:lastModifiedBy>Rashmi Khetwal</cp:lastModifiedBy>
  <cp:revision>3</cp:revision>
  <dcterms:created xsi:type="dcterms:W3CDTF">2026-02-11T04:12:00Z</dcterms:created>
  <dcterms:modified xsi:type="dcterms:W3CDTF">2026-03-11T08:23:55Z</dcterms:modified>
</cp:coreProperties>
</file>